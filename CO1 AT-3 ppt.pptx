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Sora Light" panose="020B0604020202020204" charset="0"/>
      <p:regular r:id="rId13"/>
    </p:embeddedFont>
    <p:embeddedFont>
      <p:font typeface="Sora SemiBold" panose="020B0604020202020204" charset="0"/>
      <p:regular r:id="rId14"/>
    </p:embeddedFont>
    <p:embeddedFont>
      <p:font typeface="Tahoma" panose="020B0604030504040204" pitchFamily="34" charset="0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-13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63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2051" y="700459"/>
            <a:ext cx="4767114" cy="133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Over-Quantization: Investigating Limits and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 Error Propagation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BE0F30-DC4A-3206-46A7-7E01FB5C48F0}"/>
              </a:ext>
            </a:extLst>
          </p:cNvPr>
          <p:cNvSpPr/>
          <p:nvPr/>
        </p:nvSpPr>
        <p:spPr>
          <a:xfrm>
            <a:off x="8042910" y="4866132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AB099-9FA4-4FF2-2C23-F58B11AA2422}"/>
              </a:ext>
            </a:extLst>
          </p:cNvPr>
          <p:cNvSpPr txBox="1"/>
          <p:nvPr/>
        </p:nvSpPr>
        <p:spPr>
          <a:xfrm>
            <a:off x="3429001" y="4319828"/>
            <a:ext cx="2184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J. Camel Mary Belinda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2FCCC9-57E0-272F-C886-5A256069842F}"/>
              </a:ext>
            </a:extLst>
          </p:cNvPr>
          <p:cNvSpPr txBox="1">
            <a:spLocks/>
          </p:cNvSpPr>
          <p:nvPr/>
        </p:nvSpPr>
        <p:spPr>
          <a:xfrm>
            <a:off x="6223692" y="3543325"/>
            <a:ext cx="4521199" cy="138006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Mani Kumar Reddy (192325095)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Siddartha(192311314)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Pranay(192525382)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Dinesh (192421117)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Likith Reddy (192425134)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007" y="213939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The Quantization Foundation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26" y="988963"/>
            <a:ext cx="2176933" cy="13902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936" y="2707811"/>
            <a:ext cx="1018693" cy="35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Process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0936" y="3279025"/>
            <a:ext cx="2059823" cy="949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Mapping continuous signals to finite discrete sets (levels or integers). Core trade-off: precision vs. storage/computation.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826" y="988962"/>
            <a:ext cx="2341816" cy="13902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3823" y="2708819"/>
            <a:ext cx="1363393" cy="35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6 dB Rule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453823" y="3279025"/>
            <a:ext cx="2059823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Each additional bit ≈ +6.02 dB in SQNR; practical gains diminish with perceptual masking and system noise floors.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192" y="988960"/>
            <a:ext cx="2341816" cy="13902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29656" y="2708819"/>
            <a:ext cx="2219271" cy="415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Key Assumption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508677" y="3271152"/>
            <a:ext cx="2566743" cy="151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Quantization noise modelled as uniform, white, and uncorrelated with input — a simplification that breaks in low-bit or structured systems.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F18949-A3AB-7050-AD2D-D84A9DDFE6A6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705719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When Assumptions Fail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29555" y="2383114"/>
            <a:ext cx="5113890" cy="135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Many theoretical results assume many quantization bins and small step sizes. In practical low-bit regimes, feedback, predictive coding, and modulators introduce correlation between signal and quantization error, producing patterned distortion rather than white noise.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FF53F1-E345-B3FE-2374-3B13EF3FF00A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84547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Visualising Information Loss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585392"/>
            <a:ext cx="3932858" cy="26211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9056" y="1706880"/>
            <a:ext cx="4035764" cy="200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Low bit-depth creates visible banding (false contouring) as continuous gradations collapse into discrete steps. Reductions in intensity levels force sharp boundaries, losing subtle detail and texture.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Gamut mapping for limited displays/printers further shifts hues and compresses shadow detail, causing detail loss near black points and colour clipping.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7DDC9B-FA39-A7A5-CA1B-C16ED5AF1D91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397892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The Audio &amp; Signal Threshold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3943" y="1491853"/>
            <a:ext cx="2315840" cy="1884238"/>
          </a:xfrm>
          <a:prstGeom prst="roundRect">
            <a:avLst>
              <a:gd name="adj" fmla="val 301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4065" y="1631975"/>
            <a:ext cx="203559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Perceptual Sensitivity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4065" y="1935807"/>
            <a:ext cx="203559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hearing is logarithmic; companding (μ-law, A-law) allocates bits to preserve low-level detail.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925142" y="1491853"/>
            <a:ext cx="2315914" cy="1884238"/>
          </a:xfrm>
          <a:prstGeom prst="roundRect">
            <a:avLst>
              <a:gd name="adj" fmla="val 301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65264" y="1631975"/>
            <a:ext cx="203567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Dynamic Range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65264" y="1935807"/>
            <a:ext cx="2035671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TLiti" panose="02010800040101010101" pitchFamily="2" charset="-122"/>
                <a:cs typeface="Times New Roman" panose="02020603050405020304" pitchFamily="18" charset="0"/>
              </a:rPr>
              <a:t>16-bit audio (~98 dB SQNR) usually exceeds environmental noise floors, but processing and resampling can expose quantization artefacts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3943" y="3511451"/>
            <a:ext cx="4767114" cy="1234157"/>
          </a:xfrm>
          <a:prstGeom prst="roundRect">
            <a:avLst>
              <a:gd name="adj" fmla="val 460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065" y="3651572"/>
            <a:ext cx="448687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Clipping vs Distortion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4065" y="3955405"/>
            <a:ext cx="448687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Analog systems compress gradually; digital clipping produces hard bounds and harmonically-rich distortion that is perceptually intrusive.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482998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Limitation: Layer-Wise Error Accumulation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02943" y="2576959"/>
            <a:ext cx="4767114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Standard post-training quantization treats layers independently. Errors introduced early propagate downstream, interacting with non-linear activations and attention mechanisms — resulting in amplified, structured degradation. In deep transformers, this accumulation often grows near-exponentially.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2BCEB6-AC52-2FEA-C70E-AD1437A73E8D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018133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The Scale of Modern Failure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02943" y="2233910"/>
            <a:ext cx="2728094" cy="151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At INT4/INT3, LLMs show severe accuracy loss; INT2 commonly diverges. Layer-wise calibration often overfits to calibration data, reducing robustness on real inputs. These regimes reveal that naive quantization is not robust for modern large models.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198" y="2264420"/>
            <a:ext cx="1708547" cy="17085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BF6681-59CC-A4AB-B573-D035795FEAFD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394022"/>
            <a:ext cx="4767114" cy="7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Solution: Explicit Error Propagation (QEP)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1309390"/>
            <a:ext cx="290885" cy="2908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02943" y="1725216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Framework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902943" y="1976586"/>
            <a:ext cx="4767114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Quantization Error Propagation (QEP) explicitly tracks upstream errors and inserts corrective terms during layer calibration.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943" y="2522711"/>
            <a:ext cx="290885" cy="2908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02943" y="2938537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Tunable Strength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902943" y="3189908"/>
            <a:ext cx="4767114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Adjustable compensation vs compute trade-off — tuneable to preserve throughput while reducing accumulated distortion.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2943" y="3736032"/>
            <a:ext cx="290885" cy="2908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02943" y="4151858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Compatibility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3902943" y="4403229"/>
            <a:ext cx="4767114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Designed to integrate with GPTQ, AWQ, QuIP and other PTQ pipelines without disrupting end-to-end deployment.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3E44A1-79F5-C5FC-E96B-A3C06563AD3C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25785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Prototyping and Performance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2066553"/>
            <a:ext cx="393285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Visual demos comparing baseline quantised models versus QEP-enhanced models show reduced error growth and clearer outputs. Benchmarks indicate QEP restores usable accuracy in INT2 regimes where baselines fail.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3943" y="3055144"/>
            <a:ext cx="3932858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Restores task accuracy at very low bit-widths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Correction terms are computationally lightweight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Robust across calibration sets — less overfitting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62" y="1726629"/>
            <a:ext cx="3932858" cy="233876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5957A4-DD4A-A373-27F5-4D2ACF07F5DB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670768"/>
            <a:ext cx="4767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Conclusion: Moving Beyond Uniformity</a:t>
            </a:r>
            <a:endParaRPr lang="en-US" sz="2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1605632"/>
            <a:ext cx="1519907" cy="21388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92848" y="1738387"/>
            <a:ext cx="1197248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Recognise Loss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092848" y="2190155"/>
            <a:ext cx="1197248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Quantization is inherently lossy — assume structure in errors rather than uniform white noise</a:t>
            </a: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6509" y="1605632"/>
            <a:ext cx="1519907" cy="2138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6414" y="1738387"/>
            <a:ext cx="1197248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Holistic Calibration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716414" y="2190155"/>
            <a:ext cx="1197248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Shift from independent layer optimisation to propagation-aware, system-level calibration.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0075" y="1605632"/>
            <a:ext cx="1519982" cy="2138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9980" y="1738387"/>
            <a:ext cx="1197322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Future Directions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339980" y="2190155"/>
            <a:ext cx="1197322" cy="1421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Adaptive bit-depths, dynamic propagation control, and hybrid correction schemes are promising paths to efficient, high-fidelity deployment.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845C9A-30DF-CAB5-FA04-C87B47CA2C81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577</Words>
  <Application>Microsoft Office PowerPoint</Application>
  <PresentationFormat>On-screen Show (16:9)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Sora SemiBold</vt:lpstr>
      <vt:lpstr>Tahoma</vt:lpstr>
      <vt:lpstr>Times New Roman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manedipranay.529@outlook.com</cp:lastModifiedBy>
  <cp:revision>8</cp:revision>
  <dcterms:created xsi:type="dcterms:W3CDTF">2026-07-23T17:46:26Z</dcterms:created>
  <dcterms:modified xsi:type="dcterms:W3CDTF">2026-07-24T08:56:23Z</dcterms:modified>
</cp:coreProperties>
</file>